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image" Target="../media/image-10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B4A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389120"/>
            <a:ext cx="5029200" cy="5029200"/>
          </a:xfrm>
          <a:prstGeom prst="ellipse">
            <a:avLst/>
          </a:prstGeom>
          <a:solidFill>
            <a:srgbClr val="1E335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5" name="Image 0" descr="icon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4884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SecurePM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Encrypted Desktop Password Manager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2377440" cy="0"/>
          </a:xfrm>
          <a:prstGeom prst="line">
            <a:avLst/>
          </a:prstGeom>
          <a:noFill/>
          <a:ln w="31750">
            <a:solidFill>
              <a:srgbClr val="00E5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CustomTkinter  •  Fernet Encryption  •  SQLite  •  Packaged as a Standalone .EXE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6080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6080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github.com/harmanrajput432/project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dozens of accounts securely is hard to do by hand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6" name="Image 0" descr="icons/eyeoff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7166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Weak, reused passwords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114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easy-to-remember password gets reused across sites, so one breach exposes everything.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21488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514600"/>
            <a:ext cx="777240" cy="7772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1" name="Image 1" descr="icons/fold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27166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520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storage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0600" y="4114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end up in browsers, sticky notes, or unencrypted text files with no real protection.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21488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641080" y="2514600"/>
            <a:ext cx="777240" cy="7772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6" name="Image 2" descr="icons/cpu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162" y="27166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520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offline control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41080" y="4114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managers require trust in a third party and a constant internet connection.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SecurePM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password. One encrypted local vault. Zero cloud dependency.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628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 is a desktop application that stores every website, username, and password entry in a local SQLite database — with each password individually encrypted before it ever touches disk.
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gated behind a single master password, hashed with bcrypt and never stored in plain text. Repeated failed attempts trigger an automatic lockout.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965960"/>
            <a:ext cx="566928" cy="566928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7" name="Image 0" descr="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601" y="211336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9385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 with Fernet (AES-based)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2926080"/>
            <a:ext cx="566928" cy="566928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0" name="Image 1" descr="icons/user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601" y="307348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28986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bcrypt-hashed master password + lockout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72200" y="3886200"/>
            <a:ext cx="566928" cy="566928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3" name="Image 2" descr="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601" y="403360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385876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storage — no cloud, no sync risk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72200" y="4846320"/>
            <a:ext cx="566928" cy="566928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6" name="Image 3" descr="icons/packag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601" y="499372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481888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as a single standalone .EXE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to store, generate, and retrieve credentials safely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6" name="Image 0" descr="icons/user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50179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0428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Password Login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bcrypt-hashed authentication gate for the whole vault.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736592" y="2359152"/>
            <a:ext cx="548640" cy="5486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1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238" y="250179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30428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Lockout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36592" y="297180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lockout after repeated failed login attempts.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577072" y="2359152"/>
            <a:ext cx="548640" cy="5486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6" name="Image 2" descr="icons/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18" y="250179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230428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Vault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77072" y="297180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password is Fernet-encrypted before storage.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462272"/>
            <a:ext cx="548640" cy="5486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21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460491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4074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50749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delete, and search saved entries.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8056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736592" y="4462272"/>
            <a:ext cx="548640" cy="5486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26" name="Image 4" descr="icons/refres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238" y="460491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4074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Generator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36592" y="50749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strong random passwords, configurable length.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6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577072" y="4462272"/>
            <a:ext cx="548640" cy="54864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31" name="Image 5" descr="icons/cop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9718" y="460491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4074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Clipboard + Auto-Clear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77072" y="50749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copy with an automatic clear timeout.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well-scoped set of libraries — no unnecessary dependencies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83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6" name="Image 0" descr="icons/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4862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CustomTkinter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Modern-looking desktop GUI: login screen, vault view, entry dialogs.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2057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83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33172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1" name="Image 1" descr="icons/user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14" y="24862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63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3429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hashing for the master password — never stored in plain text.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2057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83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95360" y="233172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6" name="Image 2" descr="icons/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894" y="24862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063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(Fernet)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95360" y="3429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for every stored password entry.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83D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61772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21" name="Image 3" descr="icons/cop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47722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349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pyperclip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715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clipboard access for one-click password copy.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83D"/>
          </a:solidFill>
          <a:ln/>
        </p:spPr>
      </p:sp>
      <p:sp>
        <p:nvSpPr>
          <p:cNvPr id="25" name="Shape 19"/>
          <p:cNvSpPr/>
          <p:nvPr/>
        </p:nvSpPr>
        <p:spPr>
          <a:xfrm>
            <a:off x="4754880" y="461772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26" name="Image 4" descr="icons/databas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414" y="47722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5349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(stdlib)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54880" y="5715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file-based, zero-config local database.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2104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83D"/>
          </a:solidFill>
          <a:ln/>
        </p:spPr>
      </p:sp>
      <p:sp>
        <p:nvSpPr>
          <p:cNvPr id="30" name="Shape 23"/>
          <p:cNvSpPr/>
          <p:nvPr/>
        </p:nvSpPr>
        <p:spPr>
          <a:xfrm>
            <a:off x="8595360" y="461772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31" name="Image 5" descr="icons/packag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9894" y="47722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0" y="5349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PyInstaller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95360" y="5715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the app + interpreter into one standalone .EXE.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between UI, auth, encryption, and storage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7512" y="2331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1892" y="2514600"/>
            <a:ext cx="457200" cy="45720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6" name="Image 0" descr="icons/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2633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gui.py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3429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 UI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60904" y="2980944"/>
            <a:ext cx="201168" cy="164592"/>
          </a:xfrm>
          <a:prstGeom prst="rightArrow">
            <a:avLst/>
          </a:prstGeom>
          <a:solidFill>
            <a:srgbClr val="AEB8CC"/>
          </a:solidFill>
          <a:ln/>
        </p:spPr>
      </p:sp>
      <p:sp>
        <p:nvSpPr>
          <p:cNvPr id="10" name="Shape 7"/>
          <p:cNvSpPr/>
          <p:nvPr/>
        </p:nvSpPr>
        <p:spPr>
          <a:xfrm>
            <a:off x="2889504" y="2331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3884" y="2514600"/>
            <a:ext cx="457200" cy="45720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2" name="Image 1" descr="icons/user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26334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9504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auth.py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89504" y="3429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Lockout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82896" y="2980944"/>
            <a:ext cx="201168" cy="164592"/>
          </a:xfrm>
          <a:prstGeom prst="rightArrow">
            <a:avLst/>
          </a:prstGeom>
          <a:solidFill>
            <a:srgbClr val="AEB8CC"/>
          </a:solidFill>
          <a:ln/>
        </p:spPr>
      </p:sp>
      <p:sp>
        <p:nvSpPr>
          <p:cNvPr id="16" name="Shape 12"/>
          <p:cNvSpPr/>
          <p:nvPr/>
        </p:nvSpPr>
        <p:spPr>
          <a:xfrm>
            <a:off x="5111496" y="2331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0D1B2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65876" y="251460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8" name="Image 2" descr="icons/ke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48" y="263347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11496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vault.py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11496" y="3429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Orchestration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104888" y="2980944"/>
            <a:ext cx="201168" cy="164592"/>
          </a:xfrm>
          <a:prstGeom prst="rightArrow">
            <a:avLst/>
          </a:prstGeom>
          <a:solidFill>
            <a:srgbClr val="AEB8CC"/>
          </a:solidFill>
          <a:ln/>
        </p:spPr>
      </p:sp>
      <p:sp>
        <p:nvSpPr>
          <p:cNvPr id="22" name="Shape 17"/>
          <p:cNvSpPr/>
          <p:nvPr/>
        </p:nvSpPr>
        <p:spPr>
          <a:xfrm>
            <a:off x="7333488" y="2331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87868" y="2514600"/>
            <a:ext cx="457200" cy="45720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24" name="Image 3" descr="icons/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0" y="263347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33488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encryption.py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33488" y="3429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 Encrypt/Decrypt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326880" y="2980944"/>
            <a:ext cx="201168" cy="164592"/>
          </a:xfrm>
          <a:prstGeom prst="rightArrow">
            <a:avLst/>
          </a:prstGeom>
          <a:solidFill>
            <a:srgbClr val="AEB8CC"/>
          </a:solidFill>
          <a:ln/>
        </p:spPr>
      </p:sp>
      <p:sp>
        <p:nvSpPr>
          <p:cNvPr id="28" name="Shape 22"/>
          <p:cNvSpPr/>
          <p:nvPr/>
        </p:nvSpPr>
        <p:spPr>
          <a:xfrm>
            <a:off x="9555480" y="2331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09860" y="2514600"/>
            <a:ext cx="457200" cy="45720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30" name="Image 4" descr="icons/databas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263347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55480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555480" y="3429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Access Layer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67512" y="4297680"/>
            <a:ext cx="10853928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34" name="Text 27"/>
          <p:cNvSpPr/>
          <p:nvPr/>
        </p:nvSpPr>
        <p:spPr>
          <a:xfrm>
            <a:off x="987552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87552" y="4846320"/>
            <a:ext cx="10213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wires config, logging, and the GUI together, then hands control to the login screen.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Flow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from login to reading a saved password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Master Password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a bcrypt hash — never compared or stored in plain text.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4408" y="3963924"/>
            <a:ext cx="219456" cy="164592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9" name="Shape 7"/>
          <p:cNvSpPr/>
          <p:nvPr/>
        </p:nvSpPr>
        <p:spPr>
          <a:xfrm>
            <a:off x="3502152" y="21488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2377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30752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Lockout Guard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30752" y="411480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failures trigger a timed lockout before another attempt is allowed.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63924"/>
            <a:ext cx="219456" cy="164592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4224" y="21488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92824" y="2377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92824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Unlocked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92824" y="411480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success, the Fernet key is loaded and the vault view is shown.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88552" y="3963924"/>
            <a:ext cx="219456" cy="164592"/>
          </a:xfrm>
          <a:prstGeom prst="rightArrow">
            <a:avLst/>
          </a:prstGeom>
          <a:solidFill>
            <a:srgbClr val="00E5A0"/>
          </a:solidFill>
          <a:ln/>
        </p:spPr>
      </p:sp>
      <p:sp>
        <p:nvSpPr>
          <p:cNvPr id="19" name="Shape 17"/>
          <p:cNvSpPr/>
          <p:nvPr/>
        </p:nvSpPr>
        <p:spPr>
          <a:xfrm>
            <a:off x="9226296" y="21488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20" name="Text 18"/>
          <p:cNvSpPr/>
          <p:nvPr/>
        </p:nvSpPr>
        <p:spPr>
          <a:xfrm>
            <a:off x="9454896" y="2377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54896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 / Decrypt On Demand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454896" y="411480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are stored encrypted; a password is decrypted only when revealed or copied.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Password Generator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temptation to reuse a weak, memorable password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822960" cy="822960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5" name="Image 0" descr="icons/refres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24085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00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On-demand, one click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password_generator.py builds cryptographically randomized passwords directly inside the entry form — no need to invent or reuse 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2514600"/>
            <a:ext cx="384048" cy="384048"/>
          </a:xfrm>
          <a:prstGeom prst="ellipse">
            <a:avLst/>
          </a:prstGeom>
          <a:solidFill>
            <a:srgbClr val="D7F5EA"/>
          </a:solidFill>
          <a:ln/>
        </p:spPr>
      </p:sp>
      <p:pic>
        <p:nvPicPr>
          <p:cNvPr id="10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932" y="2614452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24871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password length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3246120"/>
            <a:ext cx="384048" cy="384048"/>
          </a:xfrm>
          <a:prstGeom prst="ellipse">
            <a:avLst/>
          </a:prstGeom>
          <a:solidFill>
            <a:srgbClr val="D7F5EA"/>
          </a:solidFill>
          <a:ln/>
        </p:spPr>
      </p:sp>
      <p:pic>
        <p:nvPicPr>
          <p:cNvPr id="13" name="Image 2" descr="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932" y="334597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32186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letters, numbers, and symbols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355080" y="3977640"/>
            <a:ext cx="384048" cy="384048"/>
          </a:xfrm>
          <a:prstGeom prst="ellipse">
            <a:avLst/>
          </a:prstGeom>
          <a:solidFill>
            <a:srgbClr val="D7F5EA"/>
          </a:solidFill>
          <a:ln/>
        </p:spPr>
      </p:sp>
      <p:pic>
        <p:nvPicPr>
          <p:cNvPr id="16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932" y="4077492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39502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length set centrally in config.py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355080" y="4709160"/>
            <a:ext cx="384048" cy="384048"/>
          </a:xfrm>
          <a:prstGeom prst="ellipse">
            <a:avLst/>
          </a:prstGeom>
          <a:solidFill>
            <a:srgbClr val="D7F5EA"/>
          </a:solidFill>
          <a:ln/>
        </p:spPr>
      </p:sp>
      <p:pic>
        <p:nvPicPr>
          <p:cNvPr id="19" name="Image 4" descr="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932" y="48090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03720" y="46817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value can be copied straight to clipboard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91840"/>
            <a:ext cx="5943600" cy="5943600"/>
          </a:xfrm>
          <a:prstGeom prst="ellipse">
            <a:avLst/>
          </a:prstGeom>
          <a:solidFill>
            <a:srgbClr val="0B4A3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&amp; Deployment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into a single standalone .EXE with PyInstaller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81119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F2A3E"/>
          </a:solidFill>
          <a:ln/>
        </p:spPr>
      </p:sp>
      <p:pic>
        <p:nvPicPr>
          <p:cNvPr id="7" name="Image 0" descr="icons/terminal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048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77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pyinstaller --onefile --windowed main.py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the Python interpreter, all dependencies, and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into one executable file.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1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435181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2336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installation required to run it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873752"/>
            <a:ext cx="384048" cy="384048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4" name="Image 2" descr="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4973604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8554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distribution — easy to share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495544"/>
            <a:ext cx="384048" cy="384048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7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559539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4772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like any native Windows application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92240" y="205740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16283D"/>
          </a:solidFill>
          <a:ln/>
        </p:spPr>
      </p:sp>
      <p:sp>
        <p:nvSpPr>
          <p:cNvPr id="20" name="Shape 14"/>
          <p:cNvSpPr/>
          <p:nvPr/>
        </p:nvSpPr>
        <p:spPr>
          <a:xfrm>
            <a:off x="8092440" y="2377440"/>
            <a:ext cx="914400" cy="91440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21" name="Image 4" descr="icons/packag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261518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92240" y="35204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SecurePM.exe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6492240" y="40690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Windows Executable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949440" y="4617720"/>
            <a:ext cx="4160520" cy="0"/>
          </a:xfrm>
          <a:prstGeom prst="line">
            <a:avLst/>
          </a:prstGeom>
          <a:noFill/>
          <a:ln w="12700">
            <a:solidFill>
              <a:srgbClr val="1E335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812280" y="48006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launch — the login screen appears with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steps and no external runtime needed.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single-responsibility module for each concern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3977640"/>
          </a:xfrm>
          <a:prstGeom prst="roundRect">
            <a:avLst>
              <a:gd name="adj" fmla="val 2299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6" name="Image 0" descr="icons/fol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972" y="243157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7685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5877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entry point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310896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0" name="Image 1" descr="icons/fold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2" y="3208812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0540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gui.py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508760" y="33649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 GUI — login &amp; vault views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60120" y="388620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4" name="Image 2" descr="icons/fold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72" y="3986052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3133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auth.py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508760" y="4142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 hashing, verification, lockout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60120" y="466344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18" name="Image 3" descr="icons/fold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972" y="4763292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60857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vault.py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508760" y="49194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CRUD combining DB + encryption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60120" y="544068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22" name="Image 4" descr="icons/fold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972" y="5540532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38581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encryption.py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508760" y="56967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 key management, encrypt / decrypt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583680" y="233172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26" name="Image 5" descr="icons/folder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532" y="2431572"/>
            <a:ext cx="184343" cy="18434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227685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7132320" y="25877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access layer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583680" y="310896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30" name="Image 6" descr="icons/folder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3532" y="3208812"/>
            <a:ext cx="184343" cy="18434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32320" y="30540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password_generator.py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7132320" y="33649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password generation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583680" y="388620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34" name="Image 7" descr="icons/folder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3532" y="3986052"/>
            <a:ext cx="184343" cy="18434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132320" y="383133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7132320" y="4142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paths &amp; configuration constants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6583680" y="4663440"/>
            <a:ext cx="384048" cy="384048"/>
          </a:xfrm>
          <a:prstGeom prst="ellipse">
            <a:avLst/>
          </a:prstGeom>
          <a:solidFill>
            <a:srgbClr val="E4ECFB"/>
          </a:solidFill>
          <a:ln/>
        </p:spPr>
      </p:sp>
      <p:pic>
        <p:nvPicPr>
          <p:cNvPr id="38" name="Image 8" descr="icons/folder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3532" y="4763292"/>
            <a:ext cx="184343" cy="18434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132320" y="460857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utils.py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7132320" y="49194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setup &amp; shared helpers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SecurePM could go next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51460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6" name="Image 0" descr="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454" y="26691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Auto-lock timers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idle timeout that re-locks the vault automatically.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21945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10" name="Shape 7"/>
          <p:cNvSpPr/>
          <p:nvPr/>
        </p:nvSpPr>
        <p:spPr>
          <a:xfrm>
            <a:off x="4507992" y="251460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1" name="Image 1" descr="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26" y="26691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cloud backup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85032" y="39319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user-controlled sync of the encrypted vault file.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21945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15" name="Shape 11"/>
          <p:cNvSpPr/>
          <p:nvPr/>
        </p:nvSpPr>
        <p:spPr>
          <a:xfrm>
            <a:off x="7370064" y="251460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16" name="Image 2" descr="icons/monito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598" y="26691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builds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47104" y="39319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equivalents for macOS and Linux alongside the Windows .exe.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21945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6283D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32136" y="2514600"/>
            <a:ext cx="594360" cy="59436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21" name="Image 3" descr="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670" y="26691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Two-factor unlock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09176" y="39319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optional TOTP step on top of the master password.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SecurePM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E335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943600" cy="5943600"/>
          </a:xfrm>
          <a:prstGeom prst="ellipse">
            <a:avLst/>
          </a:prstGeom>
          <a:solidFill>
            <a:srgbClr val="0B4A3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965960"/>
            <a:ext cx="960120" cy="960120"/>
          </a:xfrm>
          <a:prstGeom prst="ellipse">
            <a:avLst/>
          </a:prstGeom>
          <a:solidFill>
            <a:srgbClr val="00E5A0"/>
          </a:solidFill>
          <a:ln/>
        </p:spPr>
      </p:sp>
      <p:pic>
        <p:nvPicPr>
          <p:cNvPr id="5" name="Image 0" descr="icon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5991" y="22155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github.com/harmanrajput432/project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2026-07-10T05:38:52Z</dcterms:created>
  <dcterms:modified xsi:type="dcterms:W3CDTF">2026-07-10T05:38:52Z</dcterms:modified>
</cp:coreProperties>
</file>